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12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?utm_source=chatgpt.com" TargetMode="External"/><Relationship Id="rId2" Type="http://schemas.openxmlformats.org/officeDocument/2006/relationships/hyperlink" Target="https://www.sciencedirect.com/?utm_source=chatgpt.com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" y="45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0" y="45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91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Electricity Theft Detection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Billing Anomaly System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CSA0202 – C Programming for networking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9052" y="3737113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DR.V.JAYASUDHA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40161" y="3553893"/>
            <a:ext cx="4613907" cy="2047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 By:</a:t>
            </a:r>
            <a:endParaRPr lang="en-IN" sz="2000" dirty="0"/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C ABHINAY ADITHYA (192572185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K DHANUSH SRIVATSAN (192524503)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MOHAMED HASID (192521674) </a:t>
            </a:r>
            <a:endParaRPr lang="en-US" sz="2000" dirty="0">
              <a:latin typeface="Times New Roman" panose="02020603050405020304" pitchFamily="18" charset="0"/>
              <a:ea typeface="SimSun-ExtG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7AF143-8E32-FCD4-7538-F87EEDBCF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613"/>
            <a:ext cx="9144000" cy="9563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This is about a C-based system designed to monitor electricity consumption and detect fraud in power distribution.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It stores and manages consumer meter readings, comparing actual usage against expected consumption patterns.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The system identifies suspicious spikes, illegal connections, and billing fraud using detection algorithms.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A billing engine computes monthly charges, flags discrepancies, and generates reports for each consumer.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Implemented in C using structures, file handling, arrays, pointers, and functions across three modules.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591EEE-662A-FCB2-B4EE-F74364BCB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0"/>
            <a:ext cx="1390008" cy="1316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3820F8-6C76-662E-5136-96EA0E945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73152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Electricity theft is one of the most serious problems faced by power distribution companies worldwide.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Consumers tap power lines illegally, tamper with meters, or manipulate readings to avoid paying bills.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 automates fraud detection by monitoring consumption and flagging suspicious accounts.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It compares current and previous readings to identify unusual drops or spikes automatically.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The system is developed using C programming to simulate a real electricity board fraud detection unit.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C8DF1D-5DD0-CE3A-BE12-C225025A0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18"/>
            <a:ext cx="1390008" cy="1316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94A50C-CD3E-EADF-88CA-9330080E9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3080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Illegal power tapping bypasses electricity meters, causing massive unmetered consumption losses.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Meter tampering using magnets or physical damage records lower consumption than actual usage.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Billing fraud occurs when meter readers manipulate readings, leading to severe undercharging.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Power boards lose 20 to 40 percent of generated electricity due to theft and technical losses.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Manual inspection is slow, expensive, and unreliable, allowing theft to go undetected for months.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D976FF-DCC4-FC84-362C-3F5C9D5E1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66"/>
            <a:ext cx="1390008" cy="1316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CD85C1-8FD3-6AA3-F918-952EAE6FE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4331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STATEMENT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Design a C-based system to register consumers, store readings, and maintain account records using file handling.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Implement an anomaly detection engine to identify sudden spikes or drops in consumption automatically.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Build a threshold-based fraud detection algorithm to flag accounts showing bypass or tamper patterns.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Create a billing module that calculates charges, detects discrepancies, and generates formatted reports.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Display a fraud dashboard showing flagged consumers, risk levels, and audit logs via a console-based UI.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7C46FC-9308-94D0-ACDE-35E57AD5C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031"/>
            <a:ext cx="1390008" cy="1316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1141EF-53E9-E137-1383-508931D7B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053" y="82196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register electricity consumers, record meter readings, manage accounts, and store all consumer data using C structures and file handling.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Add Consumer – Register new consumers with name, ID, address, and meter number.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9900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Record Reading – Store monthly meter readings with date and timestamp.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Search Consumer – Search by consumer ID or name instantly from file.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4897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Update Details – Modify consumer information and correct wrong readings.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52395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File Storage – All consumer data saved to .txt or .dat files for persistence.</a:t>
            </a: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837536-6DED-38AF-65BA-26D5C0BBF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88"/>
            <a:ext cx="1196379" cy="11334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ADC2AC-2CEC-4905-8587-139E5ABA9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73152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BD6162-296D-31E6-FD35-A4F2C4DF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14"/>
            <a:ext cx="1161408" cy="11002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D7D89F-2DED-6369-8965-FE86A540C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973" y="10714"/>
            <a:ext cx="1049867" cy="1068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21BEE9-AB35-1C0B-8DDF-1BF5A31D4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03" y="1078992"/>
            <a:ext cx="8602394" cy="38024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analyze meter readings, compare usage against baselines, detect illegal connections, and flag suspicious consumers using C algorithms.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Spike Detection – Flags consumers with usage more than 150 percent of their average.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9900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Drop Detection – Zero or near-zero usage flags a potential meter bypass situation.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Illegal Tap Alert – Cross-checks transformer load against total recorded consumer usage.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4897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Alert Generation – Assigns risk level as LOW, MEDIUM, HIGH, or CRITICAL.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52395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Audit Log – Saves all flagged events with timestamp to a log file using file handling.</a:t>
            </a: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EDBCAB-8A00-4EB3-AE8D-4B07416E7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90"/>
            <a:ext cx="1143000" cy="10828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9A8250-D502-20E9-10E6-6EB2C5CC6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5670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6EDC31-724D-8410-77A7-1EA0ACBCE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2" y="40312"/>
            <a:ext cx="1115688" cy="10569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204690-6460-62C1-AE4E-297F2C988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147" y="21862"/>
            <a:ext cx="1154853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88F139-2D5F-C870-CC45-F8EEC5FA0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5" y="1027702"/>
            <a:ext cx="8932985" cy="37838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generate monthly electricity bills, detect billing anomalies, produce fraud summary reports, and display a dashboard of all flagged consumers.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Bill Generation – Calculates bill as units multiplied by rate plus 18 percent GST.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9900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Anomaly Check – Compares billed amount against expected amount for that consumer area.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Report Export – Saves a formatted monthly report to a text file using fprintf.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4897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Category Tags – Applies Residential, Commercial, and Industrial billing rates separately.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52395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Fraud Summary – Displays a list of all flagged consumers with their risk scores.</a:t>
            </a: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24B178-5BC2-4AAD-D8E0-9D727D51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767"/>
            <a:ext cx="1143412" cy="10832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367521-97FA-CF83-B7AF-CC717A8E7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1862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CA48F5-A803-2093-EB10-189C4A81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" cy="10828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184D0B-75B0-DF79-895A-485AEC1BE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928" y="73152"/>
            <a:ext cx="1143000" cy="995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81B0D6-F19E-9239-2F70-AECF445DE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295" y="1095256"/>
            <a:ext cx="8841545" cy="3753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The project is a software simulation and does not use real physical smart meters or IoT sensors.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All readings are entered manually by the user, so accuracy depends entirely on the input provided.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No real-time data streaming — readings are batch-processed per session only.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No user authentication or role-based access control is implemented in this version.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Console-based interface only — no graphical user interface in the C application itself.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413614-26BC-CD26-3A92-63610BDA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69"/>
            <a:ext cx="1282390" cy="12148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E198CE-FDB6-A81A-FC7D-41B5836F5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1633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Integrate IoT smart meters for automatic real-time electricity reading collection.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Use AI and machine learning models to detect complex theft patterns more accurately.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Build a web-based dashboard to visualize consumption data, charts, and fraud alerts.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Develop a mobile app for consumers to view bills, pay online, and report suspicious activity.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Send automated SMS and email alerts to authorities whenever fraud is detected.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5BF702-8A27-C8FD-596E-026281DD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13"/>
            <a:ext cx="1226634" cy="1162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7EB190-683F-74D2-9838-12E74F7F5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3307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This implements a complete electricity theft detection and billing anomaly system using C programming.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The three-module structure covers consumer management, fraud detection, and billing end-to-end.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The system addresses the real-world problem of electricity theft causing billions in annual losses.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Core C concepts — structures, file handling, pointers, arrays, and functions — are used throughout.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  It </a:t>
            </a: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be extended into a production-grade smart metering solution with IoT and web integration.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8BF496-82C5-8391-4DAF-178896F9A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0"/>
            <a:ext cx="1143000" cy="10828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01B6B0-D033-4D2C-CEA6-17637F6CD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5670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BE3FF-45F2-5FC3-9B20-37B7F466CC8E}"/>
              </a:ext>
            </a:extLst>
          </p:cNvPr>
          <p:cNvSpPr txBox="1"/>
          <p:nvPr/>
        </p:nvSpPr>
        <p:spPr>
          <a:xfrm>
            <a:off x="187378" y="1161741"/>
            <a:ext cx="8956622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19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9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Depuru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S. S. R., Wang, L., &amp; Devabhaktuni, V. (2011). </a:t>
            </a:r>
            <a:r>
              <a:rPr lang="en-IN" sz="1900" b="0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Electricity theft: Overview, issues, prevention and a smart meter based approach to control theft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Energy Policy, 39(2), 1007–1015.</a:t>
            </a:r>
          </a:p>
          <a:p>
            <a:pPr marL="342900" indent="-342900" algn="l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19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Jokar, P., </a:t>
            </a:r>
            <a:r>
              <a:rPr lang="en-IN" sz="19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Arianpoo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N., &amp; Leung, V. C. M. (2016). </a:t>
            </a:r>
            <a:r>
              <a:rPr lang="en-IN" sz="1900" b="0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Electricity theft detection in AMI using customers’ consumption patterns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IEEE Transactions on Smart Grid, 7(1), 216–226.</a:t>
            </a:r>
          </a:p>
          <a:p>
            <a:pPr marL="342900" indent="-342900" algn="l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19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Nizar, A. H., Dong, Z. Y., &amp; Wang, Y. (2008). </a:t>
            </a:r>
            <a:r>
              <a:rPr lang="en-IN" sz="1900" b="0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utility nontechnical loss analysis with extreme learning machine method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IEEE Transactions on Power Systems, 23(3), 946–955.</a:t>
            </a:r>
          </a:p>
          <a:p>
            <a:pPr marL="342900" indent="-342900" algn="l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19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ScienceDirect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en-IN" sz="1900" b="0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for Electricity Theft Detection in Smart Grids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(2024).</a:t>
            </a:r>
          </a:p>
          <a:p>
            <a:pPr marL="342900" indent="-342900" algn="l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19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IEEE Xplore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en-IN" sz="1900" b="0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Meter Data Analytics for Billing Anomaly and Fraud Detection</a:t>
            </a:r>
            <a:r>
              <a:rPr lang="en-IN" sz="19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(2023).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2D7D23A-AA29-BC6F-6326-EF8C035649A6}"/>
              </a:ext>
            </a:extLst>
          </p:cNvPr>
          <p:cNvSpPr/>
          <p:nvPr/>
        </p:nvSpPr>
        <p:spPr>
          <a:xfrm>
            <a:off x="1371600" y="16459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84733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01000" y="731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9B4DC-1C08-6AD5-C163-29149C8B3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606"/>
            <a:ext cx="1390008" cy="1316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79F0F0-123E-4F0B-1E48-22AEC7915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053" y="10711"/>
            <a:ext cx="1322947" cy="11522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1168</Words>
  <Application>Microsoft Office PowerPoint</Application>
  <PresentationFormat>On-screen Show (16:9)</PresentationFormat>
  <Paragraphs>128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SUJITH C</cp:lastModifiedBy>
  <cp:revision>6</cp:revision>
  <dcterms:created xsi:type="dcterms:W3CDTF">2026-06-13T03:10:27Z</dcterms:created>
  <dcterms:modified xsi:type="dcterms:W3CDTF">2026-09-03T08:46:28Z</dcterms:modified>
</cp:coreProperties>
</file>